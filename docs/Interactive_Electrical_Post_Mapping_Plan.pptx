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Defense tip: Emphasize real-world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 a simple block diagram (client ⇆ API ⇆ DB) on the slide for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Defense line: This stack is lightweight, scalable, and suitable for GIS-based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Interactive GIS-Based Electrical Post Mapping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Coordinate Location and Post-to-Post Line Connection</a:t>
            </a:r>
          </a:p>
          <a:p/>
          <a:p>
            <a:r>
              <a:t>Presented by: Your Names</a:t>
            </a:r>
          </a:p>
          <a:p>
            <a:r>
              <a:t>Course / Subject</a:t>
            </a:r>
          </a:p>
          <a:p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Electrical posts are critical infrastructure components</a:t>
            </a:r>
          </a:p>
          <a:p>
            <a:pPr>
              <a:defRPr sz="1400"/>
            </a:pPr>
            <a:r>
              <a:t>Manual tracking of post locations is inefficient</a:t>
            </a:r>
          </a:p>
          <a:p>
            <a:pPr>
              <a:defRPr sz="1400"/>
            </a:pPr>
            <a:r>
              <a:t>Lack of visualization makes maintenance and planning difficult</a:t>
            </a:r>
          </a:p>
          <a:p>
            <a:pPr>
              <a:defRPr sz="1400"/>
            </a:pPr>
            <a:r>
              <a:t>There is a need for an interactive, map-based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Difficulty in locating exact electrical post coordinates</a:t>
            </a:r>
          </a:p>
          <a:p>
            <a:pPr>
              <a:defRPr sz="1400"/>
            </a:pPr>
            <a:r>
              <a:t>No visual representation of how posts are connected</a:t>
            </a:r>
          </a:p>
          <a:p>
            <a:pPr>
              <a:defRPr sz="1400"/>
            </a:pPr>
            <a:r>
              <a:t>Manual reporting of damaged posts causes delays</a:t>
            </a:r>
          </a:p>
          <a:p>
            <a:pPr>
              <a:defRPr sz="1400"/>
            </a:pPr>
            <a:r>
              <a:t>Existing systems lack interactivity and scalability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Locate electrical posts using GPS coordinates</a:t>
            </a:r>
          </a:p>
          <a:p>
            <a:pPr>
              <a:defRPr sz="1400"/>
            </a:pPr>
            <a:r>
              <a:t>Display posts on an interactive map</a:t>
            </a:r>
          </a:p>
          <a:p>
            <a:pPr>
              <a:defRPr sz="1400"/>
            </a:pPr>
            <a:r>
              <a:t>Allow users to click multiple posts and connect them with lines</a:t>
            </a:r>
          </a:p>
          <a:p>
            <a:pPr>
              <a:defRPr sz="1400"/>
            </a:pPr>
            <a:r>
              <a:t>Support planning, monitoring, and maintenance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General Objective: Develop interactive mapping and connection system using geographic coordinates</a:t>
            </a:r>
          </a:p>
          <a:p>
            <a:pPr>
              <a:defRPr sz="1400"/>
            </a:pPr>
            <a:r>
              <a:t>Store and display electrical post locations</a:t>
            </a:r>
          </a:p>
          <a:p>
            <a:pPr>
              <a:defRPr sz="1400"/>
            </a:pPr>
            <a:r>
              <a:t>Allow multi-pin selection and line connection</a:t>
            </a:r>
          </a:p>
          <a:p>
            <a:pPr>
              <a:defRPr sz="1400"/>
            </a:pPr>
            <a:r>
              <a:t>Calculate distance between connected posts</a:t>
            </a:r>
          </a:p>
          <a:p>
            <a:pPr>
              <a:defRPr sz="1400"/>
            </a:pPr>
            <a:r>
              <a:t>Save and retrieve electrical line connections</a:t>
            </a:r>
          </a:p>
          <a:p>
            <a:pPr>
              <a:defRPr sz="1400"/>
            </a:pPr>
            <a:r>
              <a:t>Provide role-based access for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Scope: Web-based system, electrical post mapping, interactive line connection, distance calculation, basic reporting and maintenance status</a:t>
            </a:r>
          </a:p>
          <a:p>
            <a:pPr>
              <a:defRPr sz="1400"/>
            </a:pPr>
            <a:r>
              <a:t>Limitations: Requires internet for map tiles, does not control actual electrical flow, limited to mapped service areas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Architecture: Client–Server (API-based)</a:t>
            </a:r>
          </a:p>
          <a:p>
            <a:pPr>
              <a:defRPr sz="1400"/>
            </a:pPr>
            <a:r>
              <a:t>Static Frontend (HTML + Leaflet)</a:t>
            </a:r>
          </a:p>
          <a:p>
            <a:pPr>
              <a:defRPr sz="1400"/>
            </a:pPr>
            <a:r>
              <a:t>Flask Backend API</a:t>
            </a:r>
          </a:p>
          <a:p>
            <a:pPr>
              <a:defRPr sz="1400"/>
            </a:pPr>
            <a:r>
              <a:t>MySQL Database</a:t>
            </a:r>
          </a:p>
          <a:p>
            <a:pPr>
              <a:defRPr sz="1400"/>
            </a:pPr>
            <a:r>
              <a:t>Add a simple block diagram to illustrate 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Backend: Python Flask, REST API</a:t>
            </a:r>
          </a:p>
          <a:p>
            <a:pPr>
              <a:defRPr sz="1400"/>
            </a:pPr>
            <a:r>
              <a:t>Database: MySQL</a:t>
            </a:r>
          </a:p>
          <a:p>
            <a:pPr>
              <a:defRPr sz="1400"/>
            </a:pPr>
            <a:r>
              <a:t>Frontend: HTML, Bootstrap 5, Leaflet.js, OpenStreetMap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Main Tables: Users, Electrical Posts, Connections, Connection Details</a:t>
            </a:r>
          </a:p>
          <a:p>
            <a:pPr>
              <a:defRPr sz="1400"/>
            </a:pPr>
            <a:r>
              <a:t>Each post stores: Latitude, Longitude, Status, Area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Electrical post mapping</a:t>
            </a:r>
          </a:p>
          <a:p>
            <a:pPr>
              <a:defRPr sz="1400"/>
            </a:pPr>
            <a:r>
              <a:t>Clickable map markers</a:t>
            </a:r>
          </a:p>
          <a:p>
            <a:pPr>
              <a:defRPr sz="1400"/>
            </a:pPr>
            <a:r>
              <a:t>Multi-pin selection</a:t>
            </a:r>
          </a:p>
          <a:p>
            <a:pPr>
              <a:defRPr sz="1400"/>
            </a:pPr>
            <a:r>
              <a:t>Post-to-post line connection</a:t>
            </a:r>
          </a:p>
          <a:p>
            <a:pPr>
              <a:defRPr sz="1400"/>
            </a:pPr>
            <a:r>
              <a:t>Distance calculation</a:t>
            </a:r>
          </a:p>
          <a:p>
            <a:pPr>
              <a:defRPr sz="1400"/>
            </a:pPr>
            <a:r>
              <a:t>Data storage and retrieval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Feature: Line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How it works: User clicks Post A → User clicks Post B → System draws a line between them</a:t>
            </a:r>
          </a:p>
          <a:p>
            <a:pPr>
              <a:defRPr sz="1400"/>
            </a:pPr>
            <a:r>
              <a:t>Additional clicks extend the line</a:t>
            </a:r>
          </a:p>
          <a:p>
            <a:pPr>
              <a:defRPr sz="1400"/>
            </a:pPr>
            <a:r>
              <a:t>Purpose: Visualize electrical distribution paths, Support planning and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Distance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Uses geographic coordinates</a:t>
            </a:r>
          </a:p>
          <a:p>
            <a:pPr>
              <a:defRPr sz="1400"/>
            </a:pPr>
            <a:r>
              <a:t>Calculates distance per segment and total connection length</a:t>
            </a:r>
          </a:p>
          <a:p>
            <a:pPr>
              <a:defRPr sz="1400"/>
            </a:pPr>
            <a:r>
              <a:t>Useful for maintenance planning and cost estimation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Admin: Manage users and posts</a:t>
            </a:r>
          </a:p>
          <a:p>
            <a:pPr>
              <a:defRPr sz="1400"/>
            </a:pPr>
            <a:r>
              <a:t>Technician: Update post status, Report damages</a:t>
            </a:r>
          </a:p>
          <a:p>
            <a:pPr>
              <a:defRPr sz="1400"/>
            </a:pPr>
            <a:r>
              <a:t>Viewer: View map and connections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Timeline (1 Month)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Week 1: Planning, Database design, Flask API setup</a:t>
            </a:r>
          </a:p>
          <a:p>
            <a:pPr>
              <a:defRPr sz="1400"/>
            </a:pPr>
            <a:r>
              <a:t>Week 2: Map integration, Display electrical posts</a:t>
            </a:r>
          </a:p>
          <a:p>
            <a:pPr>
              <a:defRPr sz="1400"/>
            </a:pPr>
            <a:r>
              <a:t>Week 3: Line connection feature, Distance calculation, Save connections</a:t>
            </a:r>
          </a:p>
          <a:p>
            <a:pPr>
              <a:defRPr sz="1400"/>
            </a:pPr>
            <a:r>
              <a:t>Week 4: Testing, Documentation, Defense preparation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Functional testing</a:t>
            </a:r>
          </a:p>
          <a:p>
            <a:pPr>
              <a:defRPr sz="1400"/>
            </a:pPr>
            <a:r>
              <a:t>Map interaction testing</a:t>
            </a:r>
          </a:p>
          <a:p>
            <a:pPr>
              <a:defRPr sz="1400"/>
            </a:pPr>
            <a:r>
              <a:t>Distance accuracy testing</a:t>
            </a:r>
          </a:p>
          <a:p>
            <a:pPr>
              <a:defRPr sz="1400"/>
            </a:pPr>
            <a:r>
              <a:t>User role testing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Interactive map with electrical posts</a:t>
            </a:r>
          </a:p>
          <a:p>
            <a:pPr>
              <a:defRPr sz="1400"/>
            </a:pPr>
            <a:r>
              <a:t>Visual connection lines between posts</a:t>
            </a:r>
          </a:p>
          <a:p>
            <a:pPr>
              <a:defRPr sz="1400"/>
            </a:pPr>
            <a:r>
              <a:t>Accurate distance computation</a:t>
            </a:r>
          </a:p>
          <a:p>
            <a:pPr>
              <a:defRPr sz="1400"/>
            </a:pPr>
            <a:r>
              <a:t>Organized and searchable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Significance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Improves infrastructure monitoring</a:t>
            </a:r>
          </a:p>
          <a:p>
            <a:pPr>
              <a:defRPr sz="1400"/>
            </a:pPr>
            <a:r>
              <a:t>Enhances maintenance efficiency</a:t>
            </a:r>
          </a:p>
          <a:p>
            <a:pPr>
              <a:defRPr sz="1400"/>
            </a:pPr>
            <a:r>
              <a:t>Supports planning and expansion</a:t>
            </a:r>
          </a:p>
          <a:p>
            <a:pPr>
              <a:defRPr sz="1400"/>
            </a:pPr>
            <a:r>
              <a:t>Provides a scalable GIS solution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Offline mode</a:t>
            </a:r>
          </a:p>
          <a:p>
            <a:pPr>
              <a:defRPr sz="1400"/>
            </a:pPr>
            <a:r>
              <a:t>Route optimization</a:t>
            </a:r>
          </a:p>
          <a:p>
            <a:pPr>
              <a:defRPr sz="1400"/>
            </a:pPr>
            <a:r>
              <a:t>Mobile application version</a:t>
            </a:r>
          </a:p>
          <a:p>
            <a:pPr>
              <a:defRPr sz="1400"/>
            </a:pPr>
            <a:r>
              <a:t>Real-time fault detection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The proposed system provides an effective solution for electrical post visualization</a:t>
            </a:r>
          </a:p>
          <a:p>
            <a:pPr>
              <a:defRPr sz="1400"/>
            </a:pPr>
            <a:r>
              <a:t>Interactive features improve understanding of power distribution</a:t>
            </a:r>
          </a:p>
          <a:p>
            <a:pPr>
              <a:defRPr sz="1400"/>
            </a:pPr>
            <a:r>
              <a:t>The system is feasible within the given time and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